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销售数据分析系统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0E0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 Streamlit 的 Vibe Coding 示例项目</a:t>
            </a: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销售数据分析系统 - Vibe Coding 示例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项目背景与目标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什么是 Vibe Coding？</a:t>
            </a:r>
            <a:endParaRPr lang="en-US" sz="24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通过自然语言提示（Prompt）与 AI 结对编程，快速构建可用系统。</a:t>
            </a:r>
            <a:endParaRPr lang="en-US" sz="24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本项目展示了如何通过模块化设计引导 AI 生成高质量代码。</a:t>
            </a:r>
            <a:endParaRPr lang="en-US" sz="2400" dirty="0"/>
          </a:p>
          <a:p>
            <a:pPr indent="0" marL="0">
              <a:lnSpc>
                <a:spcPts val="3200"/>
              </a:lnSpc>
              <a:buNone/>
            </a:pPr>
            <a:endParaRPr lang="en-US" sz="2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项目目标</a:t>
            </a:r>
            <a:endParaRPr lang="en-US" sz="24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读取 Excel 销售数据（包含日期、商品、销量、单价）。</a:t>
            </a:r>
            <a:endParaRPr lang="en-US" sz="24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对数据进行加载、清洗（过滤空值、异常值）。</a:t>
            </a:r>
            <a:endParaRPr lang="en-US" sz="24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提供统计分析与多维度的数据可视化展示。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核心功能特性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4754880" cy="2011680"/>
          </a:xfrm>
          <a:prstGeom prst="rect">
            <a:avLst/>
          </a:prstGeom>
          <a:solidFill>
            <a:srgbClr val="F4F5F7"/>
          </a:solidFill>
          <a:ln>
            <a:solidFill>
              <a:srgbClr val="CCCCCC"/>
            </a:solidFill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自动数据清洗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校验数据格式，自动剔除无效记录（如缺失值、负销量），分离有效与无效数据供用户审查。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217920" y="1371600"/>
            <a:ext cx="4754880" cy="2011680"/>
          </a:xfrm>
          <a:prstGeom prst="rect">
            <a:avLst/>
          </a:prstGeom>
          <a:solidFill>
            <a:srgbClr val="F4F5F7"/>
          </a:solidFill>
          <a:ln>
            <a:solidFill>
              <a:srgbClr val="CCCCCC"/>
            </a:solidFill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多维度统计分析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支持商品维度（总销量、总销售额）和时间维度（每日销售额、每日销量）的自动聚合统计。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4754880" cy="2011680"/>
          </a:xfrm>
          <a:prstGeom prst="rect">
            <a:avLst/>
          </a:prstGeom>
          <a:solidFill>
            <a:srgbClr val="F4F5F7"/>
          </a:solidFill>
          <a:ln>
            <a:solidFill>
              <a:srgbClr val="CCCCCC"/>
            </a:solidFill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交互式数据可视化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提供各商品销量柱状图、销售额饼图、每日趋势折线图及堆叠图，支持悬浮交互。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7920" y="3840480"/>
            <a:ext cx="4754880" cy="2011680"/>
          </a:xfrm>
          <a:prstGeom prst="rect">
            <a:avLst/>
          </a:prstGeom>
          <a:solidFill>
            <a:srgbClr val="F4F5F7"/>
          </a:solidFill>
          <a:ln>
            <a:solidFill>
              <a:srgbClr val="CCCCCC"/>
            </a:solidFill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一键导出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支持将清洗后的有效数据、被剔除的脏数据以及各项统计结果直接下载为 CSV 文件。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技术栈选择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F62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前端与框架：Streamlit</a:t>
            </a:r>
            <a:endParaRPr lang="en-US" sz="22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无需编写 HTML/JS/CSS，使用纯 Python 快速构建数据驱动的交互式 Web 应用。</a:t>
            </a:r>
            <a:endParaRPr lang="en-US" sz="22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内置丰富组件（文件上传、表格、分栏、Tab页），极其适合内部数据工具开发。</a:t>
            </a:r>
            <a:endParaRPr lang="en-US" sz="2200" dirty="0"/>
          </a:p>
          <a:p>
            <a:pPr indent="0" marL="0">
              <a:lnSpc>
                <a:spcPts val="2800"/>
              </a:lnSpc>
              <a:buNone/>
            </a:pPr>
            <a:endParaRPr lang="en-US" sz="2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F62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数据处理：Pandas &amp; OpenPyXL</a:t>
            </a:r>
            <a:endParaRPr lang="en-US" sz="22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Pandas 提供高效的 DataFrame 结构，用于数据清洗、过滤和聚合运算。</a:t>
            </a:r>
            <a:endParaRPr lang="en-US" sz="22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OpenPyXL 作为底层引擎，支持对 Excel (.xlsx, .xls) 文件的平滑读取。</a:t>
            </a:r>
            <a:endParaRPr lang="en-US" sz="2200" dirty="0"/>
          </a:p>
          <a:p>
            <a:pPr indent="0" marL="0">
              <a:lnSpc>
                <a:spcPts val="2800"/>
              </a:lnSpc>
              <a:buNone/>
            </a:pPr>
            <a:endParaRPr lang="en-US" sz="2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F62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可视化展示：Plotly</a:t>
            </a:r>
            <a:endParaRPr lang="en-US" sz="22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生成美观、支持交互（缩放、悬浮提示、导出图片）的现代图表。</a:t>
            </a:r>
            <a:endParaRPr lang="en-US" sz="22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 Streamlit 的 `st.plotly_chart` 完美集成。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架构设计与模块划分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2194560" cy="1097280"/>
          </a:xfrm>
          <a:prstGeom prst="rect">
            <a:avLst/>
          </a:prstGeom>
          <a:solidFill>
            <a:srgbClr val="E3F2FD"/>
          </a:solidFill>
          <a:ln>
            <a:solidFill>
              <a:srgbClr val="2196F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app.py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应用入口与UI层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0" y="2651760"/>
            <a:ext cx="274320" cy="365760"/>
          </a:xfrm>
          <a:prstGeom prst="rightArrow">
            <a:avLst/>
          </a:prstGeom>
          <a:solidFill>
            <a:srgbClr val="B0BEC5"/>
          </a:solidFill>
          <a:ln/>
        </p:spPr>
      </p:sp>
      <p:sp>
        <p:nvSpPr>
          <p:cNvPr id="5" name="Text 3"/>
          <p:cNvSpPr/>
          <p:nvPr/>
        </p:nvSpPr>
        <p:spPr>
          <a:xfrm>
            <a:off x="3566160" y="2286000"/>
            <a:ext cx="2194560" cy="1097280"/>
          </a:xfrm>
          <a:prstGeom prst="rect">
            <a:avLst/>
          </a:prstGeom>
          <a:solidFill>
            <a:srgbClr val="E8F5E9"/>
          </a:solidFill>
          <a:ln>
            <a:solidFill>
              <a:srgbClr val="4CAF5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sales_reader.py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数据读取与清洗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52160" y="2651760"/>
            <a:ext cx="274320" cy="365760"/>
          </a:xfrm>
          <a:prstGeom prst="rightArrow">
            <a:avLst/>
          </a:prstGeom>
          <a:solidFill>
            <a:srgbClr val="B0BEC5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0" y="1554480"/>
            <a:ext cx="2194560" cy="1097280"/>
          </a:xfrm>
          <a:prstGeom prst="rect">
            <a:avLst/>
          </a:prstGeom>
          <a:solidFill>
            <a:srgbClr val="FFF3E0"/>
          </a:solidFill>
          <a:ln>
            <a:solidFill>
              <a:srgbClr val="FF980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sales_statistics.py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数据统计与聚合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0" y="3017520"/>
            <a:ext cx="2194560" cy="1097280"/>
          </a:xfrm>
          <a:prstGeom prst="rect">
            <a:avLst/>
          </a:prstGeom>
          <a:solidFill>
            <a:srgbClr val="F3E5F5"/>
          </a:solidFill>
          <a:ln>
            <a:solidFill>
              <a:srgbClr val="9C27B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A1B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sales_visualization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6A1B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交互式图表生成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2200" b="1" dirty="0">
                <a:solidFill>
                  <a:srgbClr val="0F62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高内聚、低耦合的函数式设计</a:t>
            </a:r>
            <a:endParaRPr lang="en-US" sz="2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UI代码与数据处理代码严格分离，`app.py` 负责展示逻辑，其他模块提供纯函数。</a:t>
            </a:r>
            <a:endParaRPr lang="en-US" sz="2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测试代码覆盖：为每个模块提供对应的单元测试，保障修改后快速验证（Pytest）。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Vibe Coding 经验总结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2200" b="1" dirty="0">
                <a:solidFill>
                  <a:srgbClr val="0F62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模块化是 AI 生成高质量代码的前提</a:t>
            </a:r>
            <a:endParaRPr lang="en-US" sz="2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将项目拆分为独立的职责模块（读取、统计、绘图），使 AI 能更聚焦地生成和修改逻辑。</a:t>
            </a:r>
            <a:endParaRPr lang="en-US" sz="2200" dirty="0"/>
          </a:p>
          <a:p>
            <a:pPr indent="0" marL="0">
              <a:lnSpc>
                <a:spcPts val="2400"/>
              </a:lnSpc>
              <a:buNone/>
            </a:pPr>
            <a:endParaRPr lang="en-US" sz="2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2200" b="1" dirty="0">
                <a:solidFill>
                  <a:srgbClr val="0F62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测试驱动开发（TDD）在 AI 时代的价值</a:t>
            </a:r>
            <a:endParaRPr lang="en-US" sz="2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 AI 同步生成单元测试代码（如 tests 目录下的内容）。</a:t>
            </a:r>
            <a:endParaRPr lang="en-US" sz="2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通过运行测试来快速验证 AI 修改的正确性，避免“黑盒修Bug”。</a:t>
            </a:r>
            <a:endParaRPr lang="en-US" sz="2200" dirty="0"/>
          </a:p>
          <a:p>
            <a:pPr indent="0" marL="0">
              <a:lnSpc>
                <a:spcPts val="2400"/>
              </a:lnSpc>
              <a:buNone/>
            </a:pPr>
            <a:endParaRPr lang="en-US" sz="2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2200" b="1" dirty="0">
                <a:solidFill>
                  <a:srgbClr val="0F62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快速原型与即时反馈</a:t>
            </a:r>
            <a:endParaRPr lang="en-US" sz="2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Streamlit 的“保存即刷新”特性极大地加速了 Vibe Coding 体验。</a:t>
            </a:r>
            <a:endParaRPr lang="en-US" sz="2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所见即所得，开发者可以像“指挥家”一样快速调整 Prompt 达成理想效果。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2026-04-19T12:55:29Z</dcterms:created>
  <dcterms:modified xsi:type="dcterms:W3CDTF">2026-04-19T12:55:29Z</dcterms:modified>
</cp:coreProperties>
</file>